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" y="-4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8079" y="1097280"/>
            <a:ext cx="3840480" cy="3840480"/>
          </a:xfrm>
          <a:prstGeom prst="ellipse">
            <a:avLst/>
          </a:prstGeom>
          <a:solidFill>
            <a:srgbClr val="101C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43800" y="210312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SMART SHARING</a:t>
            </a:r>
            <a:br/>
            <a:r>
              <a:t>SECURED STORAGE</a:t>
            </a:r>
            <a:br/>
            <a:r>
              <a:t>ACADEMIC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1F5F9"/>
                </a:solidFill>
                <a:latin typeface="Segoe UI"/>
              </a:defRPr>
            </a:pPr>
            <a:r>
              <a:t>SECURE CAMPUS FILE SHARING &amp; DOCUMENT MANAGEMENT SYSTEM</a:t>
            </a:r>
          </a:p>
          <a:p>
            <a:pPr>
              <a:spcBef>
                <a:spcPts val="1000"/>
              </a:spcBef>
              <a:defRPr sz="2000">
                <a:solidFill>
                  <a:srgbClr val="06B6D4"/>
                </a:solidFill>
                <a:latin typeface="Calibri"/>
              </a:defRPr>
            </a:pPr>
            <a:r>
              <a:t>Final Project Review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6400800" cy="265176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MAHALINGAM S  (Reg. No: 232MCAN0099 | Roll No: 23MCA5099)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MASTER OF COMPUTER APPLICATIONS (MCA)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Guided by:</a:t>
            </a:r>
          </a:p>
          <a:p>
            <a:pPr>
              <a:defRPr sz="1400" b="1">
                <a:solidFill>
                  <a:srgbClr val="A855F7"/>
                </a:solidFill>
                <a:latin typeface="Segoe UI"/>
              </a:defRPr>
            </a:pPr>
            <a:r>
              <a:t>Dr. K. KARTHIKEYAN, MSc., MPhil., PhD., SET.,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Assistant Professor of Computer Science</a:t>
            </a:r>
            <a:br/>
            <a:r>
              <a:t>Puratchi Thalaivi Amma Government Arts and Science College, Palladam - 641664.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THE CHALLENGE &amp; 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Scattered Communication Channels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Academic materials are distributed over unmanaged chats, personal drives, and email chains.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Malicious File Transmission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Insecure systems easily spread software bugs, malware, and malicious script formats.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No Centralized Organization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Assignments, question papers, and syllabus copies sit unorganized in single locations.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Missing Tracking &amp; Audit Logs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Staff cannot verify who uploaded, modified, or downloaded sensitive official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THE VISION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Unified Academic Drive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A central repository for isolated department drives and virtual folders.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Safe &amp; Sandbox Storage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Filename obfuscation and check filters prevent unauthorized backend execution.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Auto-Sorting Index Engine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An NLP-based file categorizer sorts files automatically on upload (e.g. Lab Records, Syllabus).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Accountable Action Trail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Maintains real-time history logging of every single file interaction for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CORE PLATFORM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ISOLATED WORKSPACES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Department-level virtual drives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Private storage folders for users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Hierarchical nested folders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Clean, modern UI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SMART AUTO-SORTING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Parses upload filename patterns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Recognizes keywords automatically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Sorts into: Assignments, Lab Records, Syllabus, Lecture Notes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Reduces manual directory sorting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ROLE-BASED VISIBILITY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Student dashboard for coursework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Faculty control panel for classes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Admin control system dashboard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Restricted access permissions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HIGH-LEVEL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827" y="1522476"/>
            <a:ext cx="4357298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DATA FLOW DIAGRAM (LEVEL 0 - CONTEXT)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04" y="1527493"/>
            <a:ext cx="9842144" cy="4351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SECURE UPLOAD &amp; OBFUSCATION FLOWCHART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ploa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828" y="1401318"/>
            <a:ext cx="1803863" cy="4604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SPECIAL ACADEMIC COLLABORATION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ANONYMOUS COURSEWORK DROPBOXES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Faculty Setup Control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Faculty creates a dropbox folder, setting a secure cutoff submission deadline.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Secure Upload-Only Link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A custom hash URL (/drop/:token) is given to students. They drop coursework directly.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Student-to-Student Isolation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Students cannot view or read other submissions in the folder, ensuring total grading privacy.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Automated Cutoff Enforcement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System strictly blocks uploads when the deadline is crossed.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CONTROLLED FILE SHARING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Temporary Tokenized Links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Files share via secure hash keys, bypassing direct path access of standard servers.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Time-Limited Expiry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Configure share validity windows (e.g., automatically expire in 2, 12, or 24 hours).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Download Quantity Limiters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Links self-destruct after reaching a download count threshold (e.g., single download link).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Instant Revocation Dashboard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File owners can cancel any shared link instantly from their control panel.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SECURITY &amp; 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FILE SHIELDING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Obfuscates file filenames to UUIDs on disk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Strips extension paths to stop traversal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Rejects executable formats (.exe, .sh)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Enforces strict upload size limit (50MB)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VERIFICATION BADGES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Official files vetted by administrators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Special 'Verified' badges in directory feeds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Protects students from opening fake files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Maintains authentic institutional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IMMUTABLE AUDITING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Automatic diary of system operations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Logs User, Action, Target, IP, &amp; Time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Helps track file leakage or illegal uploads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Clean query screen for administrative audits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KEY BENEFITS TO THE INSTITUTION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STUDENT &amp; FACULTY EXPERIENCE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Premium Glassmorphism Interface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Modern visual aesthetics built with dark theme and blur elements.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Universal Responsive Screen Compatibility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Flawless usability across mobile phones, tablets, and computers.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Organized Resource Access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Eliminates confusion by having files sorted in correct drawers (CSE, MCA, ECE).</a:t>
            </a:r>
          </a:p>
          <a:p>
            <a:pPr>
              <a:spcBef>
                <a:spcPts val="8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Collaborative Helpdesk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Direct integrated ticket screen to request staff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ADMINISTRATIVE &amp; SAFETY VALUE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Zero Execute Security Risks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Physical server files cannot run executable scripts, maintaining sandbox safety.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Strict Identity Registration Gate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User registration validation binds emails to authentic institutional users.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Dynamic Audit-Driven Monitoring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Admins keep track of storage growth and delete/audit log details instantly.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Automated Time Cleanups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  Backend sweeps database regularly to wipe expired sharing tokens.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CONCLUSION &amp; REVIEW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PROJECT HIGHLIGHTS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Centralized Digital Drive System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Successfully replaces disorganized email and chat file share threads.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Filename-Based Lexical Sorter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Saves student/teacher time by sorting file categories instantly on upload.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Tokenized Deadlined Dropboxes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Solves coursework collections securely while preserving privacy.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Comprehensive Security Controls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Provides defense-in-depth including sanitization and obfuscation.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3593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defRPr sz="2400" b="1">
                <a:solidFill>
                  <a:srgbClr val="A855F7"/>
                </a:solidFill>
                <a:latin typeface="Segoe UI"/>
              </a:defRPr>
            </a:pPr>
            <a:endParaRPr lang="en-US" dirty="0" smtClean="0"/>
          </a:p>
          <a:p>
            <a:pPr algn="ctr">
              <a:spcBef>
                <a:spcPts val="1500"/>
              </a:spcBef>
              <a:defRPr sz="2400" b="1">
                <a:solidFill>
                  <a:srgbClr val="A855F7"/>
                </a:solidFill>
                <a:latin typeface="Segoe UI"/>
              </a:defRPr>
            </a:pPr>
            <a:endParaRPr lang="en-US" dirty="0"/>
          </a:p>
          <a:p>
            <a:pPr algn="ctr">
              <a:spcBef>
                <a:spcPts val="1500"/>
              </a:spcBef>
              <a:defRPr sz="2400" b="1">
                <a:solidFill>
                  <a:srgbClr val="A855F7"/>
                </a:solidFill>
                <a:latin typeface="Segoe UI"/>
              </a:defRPr>
            </a:pPr>
            <a:r>
              <a:rPr dirty="0" smtClean="0"/>
              <a:t>THANK </a:t>
            </a:r>
            <a:r>
              <a:rPr dirty="0"/>
              <a:t>YOU </a:t>
            </a:r>
          </a:p>
          <a:p>
            <a:pPr algn="ctr">
              <a:spcBef>
                <a:spcPts val="3000"/>
              </a:spcBef>
              <a:defRPr sz="1500" b="1">
                <a:solidFill>
                  <a:srgbClr val="F1F5F9"/>
                </a:solidFill>
                <a:latin typeface="Segoe UI"/>
              </a:defRPr>
            </a:pPr>
            <a:r>
              <a:rPr dirty="0"/>
              <a:t>SECURE CAMPUS FILE SHARING &amp; DOCUMENT MANAGEMENT SYSTEM</a:t>
            </a:r>
          </a:p>
          <a:p>
            <a:pPr algn="ctr">
              <a:spcBef>
                <a:spcPts val="15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/>
              <a:t>Guided by:</a:t>
            </a:r>
          </a:p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 dirty="0"/>
              <a:t>Dr. K. KARTHIKEYAN, MSc., MPhil., PhD., SET.,</a:t>
            </a:r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rPr dirty="0"/>
              <a:t>Assistant Professor of Computer Science</a:t>
            </a:r>
            <a:br>
              <a:rPr dirty="0"/>
            </a:br>
            <a:r>
              <a:rPr dirty="0" err="1"/>
              <a:t>Puratchi</a:t>
            </a:r>
            <a:r>
              <a:rPr dirty="0"/>
              <a:t> </a:t>
            </a:r>
            <a:r>
              <a:rPr dirty="0" err="1"/>
              <a:t>Thalaivi</a:t>
            </a:r>
            <a:r>
              <a:rPr dirty="0"/>
              <a:t> </a:t>
            </a:r>
            <a:r>
              <a:rPr dirty="0" err="1"/>
              <a:t>Amma</a:t>
            </a:r>
            <a:r>
              <a:rPr dirty="0"/>
              <a:t> Government Arts and Science College</a:t>
            </a:r>
            <a:r>
              <a:rPr/>
              <a:t>, </a:t>
            </a:r>
            <a:endParaRPr lang="en-US" smtClean="0"/>
          </a:p>
          <a:p>
            <a:pPr algn="ctr">
              <a:defRPr sz="1200">
                <a:solidFill>
                  <a:srgbClr val="94A3B8"/>
                </a:solidFill>
                <a:latin typeface="Calibri"/>
              </a:defRPr>
            </a:pPr>
            <a:r>
              <a:rPr smtClean="0"/>
              <a:t>Palladam</a:t>
            </a:r>
            <a:r>
              <a:rPr dirty="0" smtClean="0"/>
              <a:t> </a:t>
            </a:r>
            <a:r>
              <a:rPr dirty="0"/>
              <a:t>- 641664</a:t>
            </a:r>
            <a:r>
              <a:rPr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858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s_mahal</cp:lastModifiedBy>
  <cp:revision>2</cp:revision>
  <dcterms:created xsi:type="dcterms:W3CDTF">2013-01-27T09:14:16Z</dcterms:created>
  <dcterms:modified xsi:type="dcterms:W3CDTF">2026-06-20T04:28:06Z</dcterms:modified>
  <cp:category/>
</cp:coreProperties>
</file>